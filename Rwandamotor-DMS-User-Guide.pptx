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Rwandamotor DMS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</a:rPr>
              <a:t>Your All-in-One Dealer Management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"From vehicle reception to customer retention — everything in one place"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Rwandamotor Ltd  ·  app.rwandamotor.com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Table of 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9601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960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3–5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1508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Getting Started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1508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6–8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20574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Vehicles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9–11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Customers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2606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12–13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3154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Job Cards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14–18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" y="37033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7552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Follow-Ups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19–22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96012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64608" y="9601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85232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Appointments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960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23–25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150876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64608" y="1508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85232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Retention &amp; Reports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46720" y="1508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26–28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05740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64608" y="20574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85232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Admin Functions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29–32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260604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6460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85232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Notifications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46720" y="2606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33–34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15468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64608" y="3154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11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85232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Import Center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046720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35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370332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864608" y="37033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12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85232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Tips &amp; Daily Routine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04672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Slide 36–37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Introduction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What is the DMS and who uses it?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What is the DMS?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201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20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0058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 custom-built platform made exclusively for Rwandamotor Ltd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869948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699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175564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Replaces paper job cards, spreadsheets, and manual follow-up calls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619756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197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505456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Accessible from any computer or browser — no installation needed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369564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695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255264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Web address:  app.rwandamotor.com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05072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119372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19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400507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Secure login required — each user has their own account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Everything in One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088136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9601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Register vehicles &amp; customers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088136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9601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Track service history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719072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184708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1719072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Open &amp; close job cards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719072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84708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1719072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Send follow-up calls &amp; emails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478024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260604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2478024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Book service appointments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478024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2606040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478024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View retention reports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236976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" y="3364992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3236976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Generate delivery notes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236976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37760" y="3364992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3236976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Manage team users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3995928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4360" y="4123944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51560" y="399592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Import bulk vehicle data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00600" y="3995928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37760" y="4123944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94960" y="3995928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Export monthly reports (PDF / Excel)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4 User Roles — Each Sees What They Need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93392" cy="34747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11430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1143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Admin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487168"/>
            <a:ext cx="17739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Full access to everything. Manages users, settings, and can see all data.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960120"/>
            <a:ext cx="1993392" cy="34747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72384" y="114300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072384" y="1143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78608" y="205740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CRM Officer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96896" y="2487168"/>
            <a:ext cx="17739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Manages vehicles, customers, job cards, follow-ups, and appointments.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08576" y="960120"/>
            <a:ext cx="1993392" cy="34747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93792" y="114300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5193792" y="1143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0016" y="205740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Technical Director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18304" y="2487168"/>
            <a:ext cx="17739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Oversees job cards, service records, appointments, and workshop reports.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29984" y="960120"/>
            <a:ext cx="1993392" cy="34747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114300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143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21424" y="205740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CRE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39712" y="2487168"/>
            <a:ext cx="177393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Handles customer outreach, follow-up calls, and appointment booking.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Getting Started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Login, Dashboard &amp; Navigation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Logging 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088136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96012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Open your browser (Chrome recommended)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847088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71907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Go to  app.rwandamotor.com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606040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47802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Enter your email address and password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364992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2369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Click  Sign 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995928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4123944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99592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You are taken directly to your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💡  If you forget your password, contact your Admin to reset it.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Your Personalised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96112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first thing you see after login is your Dashboard — showing a personalised greeting and your role's key data. Numbers refresh every 5 minutes.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1819656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18196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 &amp; CRM Officer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1600200"/>
            <a:ext cx="6492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Retention stats, vehicle status, follow-up counts, open job cards, retention trend charts, brand-by-brand breakdown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825496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8254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Technical Director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2606040"/>
            <a:ext cx="6492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Job card counts, service activity, appointment overview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831336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8313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11680" y="3611880"/>
            <a:ext cx="6492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My Work section with quick links to Follow-ups and Appointments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The Sidebar Menu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690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Main Navigation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left sidebar is your primary way to move between sections of the system.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0690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1887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«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Collapse for Space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Click the arrow button to collapse the sidebar to icons — giving you more screen space.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0690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10896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Mobile / Small Screens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On a smaller screen, tap the hamburger icon (☰) at the top to open the menu.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0690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10896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Role-Based Menu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56616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Items shown depend on your role — you only see the sections relevant to you.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</a:rPr>
              <a:t>SECTION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Vehicles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Managing vehicle records and history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Managing Vehicles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Go to Vehicles in the sidebar. Search by plate number, VIN, or customer name. Filter by Brand, Retention Status, or Warranty.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4813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Colour-Coded Retention Status Badges: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521208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198424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9842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1874520"/>
            <a:ext cx="676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Serviced within schedule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487168"/>
            <a:ext cx="8229600" cy="521208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596896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5968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Due Soon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2487168"/>
            <a:ext cx="676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Service coming up soon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99816"/>
            <a:ext cx="8229600" cy="521208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209544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2095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Overdue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3099816"/>
            <a:ext cx="676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Service is overdue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712464"/>
            <a:ext cx="8229600" cy="521208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822192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221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37360" y="3712464"/>
            <a:ext cx="676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Not returned in 12+ months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325112"/>
            <a:ext cx="8229600" cy="521208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" y="443484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434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Recovered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325112"/>
            <a:ext cx="6766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Lost customer who returned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Full Vehicle History in One Place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Click on any vehicle to open its 360 Profile — a complete view of everything related to that vehicle.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16002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Owner Details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192024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Customer name, phone, and email address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50876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6002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Service Timeline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92024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All service dates, mileage at service, and technician assigned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26974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Job Cards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0175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Every job card ever opened for this vehicle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60604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6974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Follow-up History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0175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All outreach calls and outcomes recorded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7947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Warranty &amp; Mileage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11480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Current mileage, warranty start and end dates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370332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37947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Retention Status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411480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Current status and next service due date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Updating Vehicle Information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96012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088136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96012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Open the Vehicle 360 profile page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1719072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184708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171907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Click  Edit Vehicle  in the top right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606040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47802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Update the relevant fields (plate number, mileage, colour, fuel type, warranty dates, service policy, notes)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236976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364992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2369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Click  Save  when done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3995928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123944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399592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Changes are logged automatically in the activity log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97316"/>
                </a:solidFill>
              </a:rPr>
              <a:t>⚠  VIN and brand/model cannot be changed after registration. Contact Admin if a correction is needed.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</a:rPr>
              <a:t>SECTION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Customers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Customer records and 360 profiles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Customer Records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96012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088136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96012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Go to Customers in the sidebar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1719072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184708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171907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See all customers with: name, phone, email, category (Retail, Corporate, Government, VIP), and number of vehicles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2478024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606040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47802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Search by name, phone, or email address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236976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364992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2369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Filter by customer category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3995928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4123944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99592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Click  New Customer  (top right) to register a new customer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Customer History at a Glance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Click any customer to see their complete profile — all vehicles, history, and contact preferences in one place.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6002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All Vehicles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Every vehicle registered to this customer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50876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6002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Full Service History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Service records across all their vehicles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6974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Job Cards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0175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All job cards opened for this customer's vehicles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60604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26974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Preferred Contact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01752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Phone, WhatsApp, or Email — how they like to be reached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7947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Category &amp; Company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11480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Retail, Corporate, Government, or VIP; company name if applicable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703320"/>
            <a:ext cx="4160520" cy="91440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37947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Edit Button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11480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Update contact details any time — changes are logged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</a:rPr>
              <a:t>SECTION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Job Cards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Workshop intake records — from reception to delivery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Job Cards — Workshop Intake Records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 Job Card is opened every time a vehicle is received in the workshop.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444752"/>
            <a:ext cx="4160520" cy="804672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664208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1444752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Vehicle (VIN / plate number)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1444752"/>
            <a:ext cx="4160520" cy="804672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664208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444752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Owner name and phone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450592"/>
            <a:ext cx="4160520" cy="804672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2670048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2450592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Fuel level and mileage at reception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2450592"/>
            <a:ext cx="4160520" cy="804672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2670048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2450592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Type of service requested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456432"/>
            <a:ext cx="4160520" cy="804672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3675888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3456432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Accessories present (jack, spare tyre, fire extinguisher …)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00600" y="3456432"/>
            <a:ext cx="4160520" cy="804672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3675888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94960" y="3456432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Assigned technician and notes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4526280"/>
            <a:ext cx="8229600" cy="384048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45262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Each job card gets an automatic reference number:  OR-YYYY-NNNNN  (e.g. OR-2600001)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How to Open a Job Card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960120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1088136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9601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Go to Job Cards in the sidebar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1847088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171907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Click New Job Card (top right)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78024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2606040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247802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Search for the vehicle by plate number or VIN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36976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364992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2688" y="323697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Customer details load automatically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95928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" y="4123944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2688" y="399592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Enter: service type, fuel level, current mileage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960120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73168" y="1088136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0368" y="9601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Check off accessories present in the vehicle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1719072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73168" y="1847088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30368" y="171907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Assign a technician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2478024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73168" y="2606040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4773168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30368" y="247802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Add notes or special instructions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3236976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73168" y="3364992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4773168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30368" y="323697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Click Create — the job card opens with its auto-generated number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Finding and Managing Job Cards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job card list shows all cards with their key details. Use search and filters to find what you need quickly.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5087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1572768"/>
            <a:ext cx="2523744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15727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Columns Shown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Job card number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487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Vehicle &amp; customer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91693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Service type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3467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Status (Open / Closed)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776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Mileage &amp; technician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Date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15087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55848" y="1572768"/>
            <a:ext cx="2523744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3355848" y="15727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Filter Options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Status: Open / Closed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2487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Service type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291693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Date range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150876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36208" y="1572768"/>
            <a:ext cx="2523744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236208" y="15727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By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Vehicle plate number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487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VIN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291693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Customer name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Click any row to open the full job card detail page.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Closing a Job Card — Generating the Delivery Note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960120"/>
            <a:ext cx="822960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1033272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960120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Open the job card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536192"/>
            <a:ext cx="8229600" cy="493776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1609344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1536192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When work is complete, click  Convert to Delivery Note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112264"/>
            <a:ext cx="822960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185416"/>
            <a:ext cx="347472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2112264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Confirm the action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688336"/>
            <a:ext cx="8229600" cy="493776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276148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2688336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System creates delivery note number (DN-YYYY-NNNNN)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264408"/>
            <a:ext cx="822960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3337560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3264408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System creates a service record for the vehicle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493776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" y="3913632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3840480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Vehicle's last service date is updated automatically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416552"/>
            <a:ext cx="822960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4360" y="4489704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489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4416552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Job card is closed — a success message shows the delivery note number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7316"/>
                </a:solidFill>
              </a:rPr>
              <a:t>⚠  This action cannot be undone. Only convert when the vehicle is ready to be handed back to the customer.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Print and Share Job Cards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109728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554480"/>
            <a:ext cx="731520" cy="73152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🖨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128016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Print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16916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Click the Print button on any open job card. A clean print view opens with company letterhead, vehicle details, accessories checklist, and a signature line.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4290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✉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31546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Email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35661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Click Share, enter the customer's email address, add an optional message, and click Send. The customer receives a professional HTML email.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The print view includes company name, TIN number, and job card number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</a:rPr>
              <a:t>SECTION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Follow-Ups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Proactive customer outreach and call logging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Follow-Ups — Proactive Customer Outreach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Follow-ups are tasks created for the CRM/CRE team to call customers. The system creates them automatically based on vehicle service status.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572768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828800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Service Due Reminder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1572768"/>
            <a:ext cx="5852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Vehicle is Overdue for service — call the customer to bring it 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834640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83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Service Due in 15 Days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2578608"/>
            <a:ext cx="5852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Customer needs an advance reminder to book their appointment.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84448"/>
            <a:ext cx="82296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840480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840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Lost Recovery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51760" y="3584448"/>
            <a:ext cx="5852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Customer has not been back in 12+ months — reach out and re-engage.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8229600" cy="347472"/>
          </a:xfrm>
          <a:prstGeom prst="roundRect">
            <a:avLst>
              <a:gd name="adj" fmla="val 31579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46177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The system auto-generates follow-ups every night. Click  Sync Follow-ups  to generate them immediately without waiting.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Your Follow-Up Queue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Go to Follow-ups in the sidebar to see your active queue.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41605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1435608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14356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Columns Shown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Vehicle plate &amp; brand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Customer name &amp; phone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88950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Reason (Service Due / Lost Recovery)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37413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Status (Pending / Contacted / Booked)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8587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Priority (Low / Medium / High / Critical)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Due date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371600"/>
            <a:ext cx="41605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18888" y="1435608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14356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Actions Available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19202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Filter by reason or status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40487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Search by plate, name, or phone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88950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Click any row to open the detail page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37413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— Sync Follow-ups button — refresh now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How to Handle a Follow-Up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9601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106984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9601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Click on a follow-up to open its detail page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6459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175564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16459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Review full vehicle and customer information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44144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23317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Call the customer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12724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30175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Click  Log Interaction  and record the outcome (Contacted, No Answer, Appointment Booked, Declined, etc.)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7033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381304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3703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Add notes about the conversation and a next contact date if needed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" y="449884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43891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Save — the follow-up status updates automatically based on the outcome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When to Close a Follow-Up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Close a follow-up when one of these applies: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609344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1417320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The customer has booked an appointment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523744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331720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The customer has already serviced their vehicle elsewhere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438144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🚫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246120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The customer has declined — no further action needed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How: Click  Close Follow-up , add a final note, and save. Closed follow-ups are removed from your active queue.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8229600" cy="320040"/>
          </a:xfrm>
          <a:prstGeom prst="roundRect">
            <a:avLst>
              <a:gd name="adj" fmla="val 34286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💡  When a vehicle gets a new delivery note, the system automatically updates their status to "Recovered."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</a:rPr>
              <a:t>SECTION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Appointments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Booking and managing service appointments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Booking and Managing Appointments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96112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9601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Go to Appointments in the sidebar. View a weekly calendar with all booked appointments. Navigate weeks with left/right arrows.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1481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Appointment Statuses: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822960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0116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0116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Scheduled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192024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Booked — not yet confirmed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496312"/>
            <a:ext cx="8229600" cy="493776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587752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5877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Confirmed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37360" y="2496312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Confirmed by the team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072384"/>
            <a:ext cx="822960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163824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1638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37360" y="3072384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Vehicle has been serviced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648456"/>
            <a:ext cx="8229600" cy="493776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3739896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7398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Cancelled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37360" y="3648456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Appointment was cancelled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24528"/>
            <a:ext cx="822960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" y="431596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315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No-show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37360" y="4224528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Customer did not arrive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How to Book an Appointment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57200" y="9601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106984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9601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Click  New Appointment  (top right of the Appointments page)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16459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175564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16459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Search for the vehicle by plate number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44144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3317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Select the vehicle — customer details load automatically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12724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0175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Choose: date, time, service type, duration, and technician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37033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381304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703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Add any notes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" y="449884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" y="43891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Click  Book Appointment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Updating Appointments on the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96112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Hover over any appointment card to reveal action buttons: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41732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5819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0574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Customer has confirmed they are coming 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41732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58191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5819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Complete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0574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Vehicle has been serviced — mark as done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22783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2278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Cancel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7033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Appointment has been cancelled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06324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227832"/>
            <a:ext cx="1097280" cy="384048"/>
          </a:xfrm>
          <a:prstGeom prst="roundRect">
            <a:avLst>
              <a:gd name="adj" fmla="val 23810"/>
            </a:avLst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2278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No-show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7033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Customer did not arrive at the appointed time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</a:rPr>
              <a:t>SECTION 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Retention &amp; Reports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Analytics, PDF/Excel reports, and the activity log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Understanding Vehicle Retention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Go to Retention in the sidebar. See how many of your service customers return for their next service.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481328"/>
            <a:ext cx="199339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50976" y="160020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24231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Monthly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87168" y="1481328"/>
            <a:ext cx="199339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072384" y="160020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3072384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78608" y="24231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Quarterly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08576" y="1481328"/>
            <a:ext cx="199339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93792" y="1600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193792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00016" y="24231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6-Month 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9984" y="1481328"/>
            <a:ext cx="1993392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0" y="160020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21424" y="24231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Annual 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2651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— Charts show retention trend over time (month by month)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273552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32735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— Breakdown by brand: Toyota vs Suzuki vs others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895344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389534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— Cohort analysis: which sale year returns most often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636008"/>
            <a:ext cx="8229600" cy="329184"/>
          </a:xfrm>
          <a:prstGeom prst="roundRect">
            <a:avLst>
              <a:gd name="adj" fmla="val 33333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" y="46360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7316"/>
                </a:solidFill>
              </a:rPr>
              <a:t>Retained ✅ = came back for service    At risk ⚠️ = overdue    Lost ❌ = 12+ months absent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Monthly Reporting — PDF &amp; Excel Export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Go to Reports → Follow-up Report. Select year and month.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4904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Total Follow-ups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18562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Created that month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41732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4904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Customers Contacted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8562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How many were reached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42316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4963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Appointments Booked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286207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From follow-up calls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42316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24963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Customers Recovered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86207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Returned for service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502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Also includes: Contact rate %, Recovery rate %, breakdown by reason, and full interaction list.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950208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411480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📄  Download PDF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77440" y="39502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Branded printable report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950208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411480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Download Excel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39502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For further analysis in spreadsheets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Who Did What — The Activity Log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Go to Activity Log in the sidebar. Every action in the system is recorded: who did it, what they did, and when.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Filter Options: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1993392" cy="658368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92024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User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87168" y="1920240"/>
            <a:ext cx="1993392" cy="658368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96896" y="192024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Action type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08576" y="1920240"/>
            <a:ext cx="1993392" cy="658368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92024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Entity type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9984" y="1920240"/>
            <a:ext cx="1993392" cy="658368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39712" y="192024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Date range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Use Cases: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209544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154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Audit changes made to vehicle or customer records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758184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703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Track who closed a job card or created a delivery note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4306824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306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251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See who updated a follow-up or booked an appointment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</a:rPr>
              <a:t>SECTION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Admin Functions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Users, permissions, settings, and catalogue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Adding and Managing Team Members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7432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024128"/>
            <a:ext cx="2523744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0241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New User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527048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27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6112" y="1508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Go to Settings → Users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10312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96112" y="2084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Click New User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679192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7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6112" y="2660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Enter name, email, password, role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5526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6112" y="32369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Optionally assign a Permission Group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31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96112" y="38130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Click Create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960120"/>
            <a:ext cx="27432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1024128"/>
            <a:ext cx="2523744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3355848" y="10241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Reset Password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29000" y="1527048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1527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76472" y="1508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Find the user in the list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29000" y="2103120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76472" y="2084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Click Reset Password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29000" y="2679192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267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76472" y="2660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Enter the new password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29000" y="3255264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776472" y="32369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User can log in immediately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960120"/>
            <a:ext cx="27432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36208" y="1024128"/>
            <a:ext cx="2523744" cy="384048"/>
          </a:xfrm>
          <a:prstGeom prst="roundRect">
            <a:avLst>
              <a:gd name="adj" fmla="val 19048"/>
            </a:avLst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6236208" y="10241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Deactivate User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1527048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1527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56832" y="1508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Find the user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2103120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56832" y="20848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Click Edit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09360" y="2679192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267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56832" y="2660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Toggle Active to off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09360" y="3255264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6309360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56832" y="32369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Save — user can no longer log in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Custom Permission Groups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By default, each role has standard permissions. Create Permission Groups to customise what a specific team member can see and 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931920" cy="54864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</a:rPr>
              <a:t>Example: Create a "Senior CRE" group that can also see the Retention analytics page.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160520" cy="493776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81912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93792" y="1508760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Go to Settings → Permission Groups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084832"/>
            <a:ext cx="416052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157984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93792" y="2084832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Click New Group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60904"/>
            <a:ext cx="4160520" cy="493776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73405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93792" y="2660904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Name the group (e.g. "Senior CRE")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236976"/>
            <a:ext cx="416052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310128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93792" y="3236976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Check / uncheck the permissions you want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813048"/>
            <a:ext cx="4160520" cy="493776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886200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93792" y="3813048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Click Save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4389120"/>
            <a:ext cx="416052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4462272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93792" y="4389120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Go to Users → edit the user → assign the group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Setting Up Your Company Profile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Go to Settings → Company to configure your company profile and what appears on all printed documents.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Company Details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48132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Name, address, phone, email, TIN number, website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Job Card Printouts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32257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Header, footer text, and disclaimer that appear on printed job cards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2369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Delivery Note Printouts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163824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Header and footer content for delivery note printouts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005072"/>
            <a:ext cx="8229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0782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Email Messages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4005072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Custom message sent with job card emails and delivery note emails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</a:rPr>
              <a:t>These details appear automatically on every printed job card and delivery note.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Managing Brands and Models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Go to Settings → Catalogue to manage the list of car brands and models used when registering vehicles.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745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➕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16733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Add Brand /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103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Register a new car brand or add a new model under an existing brand.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50876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8745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715000" y="16733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Edit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15000" y="2103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Update the name or details of an existing brand or model.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⊘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32735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Deactivate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7033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Hide a model from new vehicle registration (existing vehicles are not affected).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10896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4747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715000" y="32735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Bulk Import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15000" y="37033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Import an entire model catalogue from an Excel file.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</a:rPr>
              <a:t>SECTION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Notifications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Real-time alerts for every user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Real-Time Notifications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96112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9601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bell icon 🔔 at the top right of every page shows your unread notifications. A red badge shows the count.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1481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Notifications are created automatically for: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029968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192024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 customer's service is overdue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715768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60604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 vehicle is due for service in 15 days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401568"/>
            <a:ext cx="347472" cy="347472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⚫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29184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 customer has been marked as Lost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408736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🔵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397764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New appointments coming up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</a:rPr>
              <a:t>💡  Click any notification to go directly to the relevant follow-up or appointment.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Managing Your Notification Inbox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96112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1005840"/>
            <a:ext cx="41605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123444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12070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Auto-mark as Read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1691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Notifications are automatically marked as read when you open the dropdown.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005840"/>
            <a:ext cx="41605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23444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234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🕑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60720" y="12070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Nightly Refresh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691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system runs at 2:00 AM and creates new notifications based on vehicle service status.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971800"/>
            <a:ext cx="41605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20040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⟳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17320" y="31729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Sync Immediately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6576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Click Sync Follow-ups on the Follow-ups page to refresh right now — don't wait until midnight.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971800"/>
            <a:ext cx="41605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320040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760720" y="31729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Many Notifications?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6576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Many unread notifications usually means several customers need to be called today.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</a:rPr>
              <a:t>SECTION 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Import Center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Bulk data import — vehicles, customers, records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Importing Data in Bulk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Go to Import Center in the sidebar. Supported types: Vehicles, Customers, Service Records, Job Cards.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8229600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1554480"/>
            <a:ext cx="320040" cy="3200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1481328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Download the CSV template from Import Center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048256"/>
            <a:ext cx="8229600" cy="484632"/>
          </a:xfrm>
          <a:prstGeom prst="roundRect">
            <a:avLst>
              <a:gd name="adj" fmla="val 2264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121408"/>
            <a:ext cx="320040" cy="3200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048256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Fill in your data following the column headers exactly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8229600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688336"/>
            <a:ext cx="320040" cy="3200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2615184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Upload the completed file in Import Center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82112"/>
            <a:ext cx="8229600" cy="484632"/>
          </a:xfrm>
          <a:prstGeom prst="roundRect">
            <a:avLst>
              <a:gd name="adj" fmla="val 2264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255264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255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3182112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The system validates first — shows any errors before importing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484632"/>
          </a:xfrm>
          <a:prstGeom prst="roundRect">
            <a:avLst>
              <a:gd name="adj" fmla="val 226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822192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822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3749040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Review the preview and fix errors in your CSV if needed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315968"/>
            <a:ext cx="8229600" cy="484632"/>
          </a:xfrm>
          <a:prstGeom prst="roundRect">
            <a:avLst>
              <a:gd name="adj" fmla="val 2264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" y="43891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" y="4315968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Click  Process Import  to commit the data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892040"/>
            <a:ext cx="8229600" cy="182880"/>
          </a:xfrm>
          <a:prstGeom prst="roundRect">
            <a:avLst>
              <a:gd name="adj" fmla="val 60000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" y="489204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⚠  Duplicates are detected and skipped. For large datasets, split into batches of 1,000 rows.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</a:rPr>
              <a:t>SECTION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Daily Routine &amp; Tips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Getting the most out of the DMS every day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Suggested Daily Routine (Morning)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132320" y="4864608"/>
            <a:ext cx="704088" cy="201168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4864608"/>
            <a:ext cx="704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0956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485632" y="4864608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8485632" y="4864608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961120" y="4864608"/>
            <a:ext cx="502920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0" y="4864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CRE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96012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" y="1024128"/>
            <a:ext cx="1792224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10241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1536192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" y="15087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Check Dashboard for overview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139696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" y="21122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Review new users or requests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743200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" y="271576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Check Activity Log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0" y="96012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78608" y="1024128"/>
            <a:ext cx="1792224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2578608" y="10241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CRM Officer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51760" y="1536192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2651760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80944" y="15087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Open Follow-ups → review queue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51760" y="2139696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2651760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80944" y="21122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Sync Follow-ups to refresh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51760" y="2743200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265176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80944" y="271576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Log calls as they are made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651760" y="3346704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265176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980944" y="331927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Open job cards for arrivals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51760" y="3950208"/>
            <a:ext cx="256032" cy="25603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265176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980944" y="392277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Convert closed to delivery notes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7720" y="96012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27448" y="1024128"/>
            <a:ext cx="1792224" cy="384048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4727448" y="10241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Technical Director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800600" y="1536192"/>
            <a:ext cx="256032" cy="25603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7" name="Text 45"/>
          <p:cNvSpPr/>
          <p:nvPr/>
        </p:nvSpPr>
        <p:spPr>
          <a:xfrm>
            <a:off x="4800600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29784" y="15087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Check Dashboard for open job cards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2139696"/>
            <a:ext cx="256032" cy="25603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0" name="Text 48"/>
          <p:cNvSpPr/>
          <p:nvPr/>
        </p:nvSpPr>
        <p:spPr>
          <a:xfrm>
            <a:off x="4800600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29784" y="21122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Review appointments for the week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00600" y="2743200"/>
            <a:ext cx="256032" cy="25603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3" name="Text 51"/>
          <p:cNvSpPr/>
          <p:nvPr/>
        </p:nvSpPr>
        <p:spPr>
          <a:xfrm>
            <a:off x="480060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29784" y="271576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Check service records for issues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766560" y="96012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76288" y="1024128"/>
            <a:ext cx="1792224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6876288" y="10241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949440" y="1536192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9" name="Text 57"/>
          <p:cNvSpPr/>
          <p:nvPr/>
        </p:nvSpPr>
        <p:spPr>
          <a:xfrm>
            <a:off x="6949440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278624" y="15087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Open Follow-ups → work through queue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949440" y="213969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2" name="Text 60"/>
          <p:cNvSpPr/>
          <p:nvPr/>
        </p:nvSpPr>
        <p:spPr>
          <a:xfrm>
            <a:off x="6949440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278624" y="21122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Log every call outcome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949440" y="274320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5" name="Text 63"/>
          <p:cNvSpPr/>
          <p:nvPr/>
        </p:nvSpPr>
        <p:spPr>
          <a:xfrm>
            <a:off x="694944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278624" y="271576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Book appointments for customers who agree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949440" y="334670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8" name="Text 66"/>
          <p:cNvSpPr/>
          <p:nvPr/>
        </p:nvSpPr>
        <p:spPr>
          <a:xfrm>
            <a:off x="694944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278624" y="331927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Check Appointments for today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Tips for Getting the Most Out of the DMS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Rwandamotor DMS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97864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97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96012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Always log every call in Follow-ups — even a no-answer. This builds your contact history.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97864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97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21808" y="96012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Retention status updates automatically every night. Check it each morning.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203704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03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8408" y="196596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Use Sync Follow-ups for immediate refresh — don't wait for midnight.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196596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203704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203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21808" y="196596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When a vehicle is received, always open a Job Card — this keeps service history accurate.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209544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" y="297180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When work is done, always convert to Delivery Note — this updates the vehicle's last service date.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209544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21808" y="297180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Never share your login credentials. Each person should have their own account.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97764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4215384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💻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8408" y="397764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Access the system at  app.rwandamotor.com  from any browser, any device.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3977640"/>
            <a:ext cx="4160520" cy="841248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4215384"/>
            <a:ext cx="365760" cy="3657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21808" y="397764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For any access issues, contact your Admin at  admin@rwandamotor.com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Questions? We're here to help.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Support:  admin@rwandamotor.com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System:  app.rwandamotor.com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Rwandamotor Ltd  ·  Dealer Management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Rwandamotor DMS — Complete User Guide</dc:title>
  <dc:subject>PptxGenJS Presentation</dc:subject>
  <dc:creator>Rwandamotor Ltd IT</dc:creator>
  <cp:lastModifiedBy>Rwandamotor Ltd IT</cp:lastModifiedBy>
  <cp:revision>1</cp:revision>
  <dcterms:created xsi:type="dcterms:W3CDTF">2026-06-19T12:12:12Z</dcterms:created>
  <dcterms:modified xsi:type="dcterms:W3CDTF">2026-06-19T12:12:12Z</dcterms:modified>
</cp:coreProperties>
</file>